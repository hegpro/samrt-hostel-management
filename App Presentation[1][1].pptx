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0" r:id="rId1"/>
  </p:sldMasterIdLst>
  <p:sldIdLst>
    <p:sldId id="256" r:id="rId2"/>
    <p:sldId id="257" r:id="rId3"/>
    <p:sldId id="269" r:id="rId4"/>
    <p:sldId id="264" r:id="rId5"/>
    <p:sldId id="265" r:id="rId6"/>
    <p:sldId id="266" r:id="rId7"/>
    <p:sldId id="267" r:id="rId8"/>
    <p:sldId id="270" r:id="rId9"/>
    <p:sldId id="26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F81824-1618-4293-A28D-674FB33DDF5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6B7C7F7-4F19-4971-BCB1-6D0BA7DEA41C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Room Allocation (Manual)</a:t>
          </a:r>
        </a:p>
      </dgm:t>
    </dgm:pt>
    <dgm:pt modelId="{EDE7522B-1325-478A-8D85-A9F58ECD9F5D}" type="parTrans" cxnId="{AE7C8595-F670-4696-8FA8-616BE4C653B5}">
      <dgm:prSet/>
      <dgm:spPr/>
      <dgm:t>
        <a:bodyPr/>
        <a:lstStyle/>
        <a:p>
          <a:endParaRPr lang="en-IN"/>
        </a:p>
      </dgm:t>
    </dgm:pt>
    <dgm:pt modelId="{AC2866FE-C523-40FC-BE10-B916A416B284}" type="sibTrans" cxnId="{AE7C8595-F670-4696-8FA8-616BE4C653B5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2C109ADC-CEEE-4FB4-ACD9-87AC659273F2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Complaint Register (Paper / Verbal)</a:t>
          </a:r>
        </a:p>
      </dgm:t>
    </dgm:pt>
    <dgm:pt modelId="{38149020-0BD7-44DC-858D-92DC8DCBC76C}" type="parTrans" cxnId="{BF29DE61-E739-46BC-847D-ACF18ACC04ED}">
      <dgm:prSet/>
      <dgm:spPr/>
      <dgm:t>
        <a:bodyPr/>
        <a:lstStyle/>
        <a:p>
          <a:endParaRPr lang="en-IN"/>
        </a:p>
      </dgm:t>
    </dgm:pt>
    <dgm:pt modelId="{65C42260-5466-4693-A6D8-1BADABBB64EC}" type="sibTrans" cxnId="{BF29DE61-E739-46BC-847D-ACF18ACC04ED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30D85BAD-1747-4145-BB62-AD1A38A00CC7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No Tracking or Status</a:t>
          </a:r>
        </a:p>
      </dgm:t>
    </dgm:pt>
    <dgm:pt modelId="{18F76E56-A565-4196-A746-30D0A4417459}" type="parTrans" cxnId="{B1060017-2F23-4302-A3FE-62CB1EFA9DE9}">
      <dgm:prSet/>
      <dgm:spPr/>
      <dgm:t>
        <a:bodyPr/>
        <a:lstStyle/>
        <a:p>
          <a:endParaRPr lang="en-IN"/>
        </a:p>
      </dgm:t>
    </dgm:pt>
    <dgm:pt modelId="{E9143559-6082-4859-B5BB-E49C2755FF3C}" type="sibTrans" cxnId="{B1060017-2F23-4302-A3FE-62CB1EFA9DE9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AC75CF9-4F6B-4B95-B0F4-347B576554B0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Delayed Resolution</a:t>
          </a:r>
        </a:p>
      </dgm:t>
    </dgm:pt>
    <dgm:pt modelId="{D7258CE2-0696-43F0-94EB-56C7FB713E10}" type="parTrans" cxnId="{0BBD6F8D-FCE5-4DEC-884F-ABF10C82147A}">
      <dgm:prSet/>
      <dgm:spPr/>
      <dgm:t>
        <a:bodyPr/>
        <a:lstStyle/>
        <a:p>
          <a:endParaRPr lang="en-IN"/>
        </a:p>
      </dgm:t>
    </dgm:pt>
    <dgm:pt modelId="{811FD431-325A-495B-8001-92CC1F66880C}" type="sibTrans" cxnId="{0BBD6F8D-FCE5-4DEC-884F-ABF10C82147A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20BCD7F-B3F0-487B-965C-40C1CF6F5E55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Food Surplus Wasted</a:t>
          </a:r>
        </a:p>
      </dgm:t>
    </dgm:pt>
    <dgm:pt modelId="{FB9C5F1E-5C83-4F4B-90CF-B12952F04B8A}" type="parTrans" cxnId="{FC6388E1-70E2-42D1-B8FE-138AA204040D}">
      <dgm:prSet/>
      <dgm:spPr/>
      <dgm:t>
        <a:bodyPr/>
        <a:lstStyle/>
        <a:p>
          <a:endParaRPr lang="en-IN"/>
        </a:p>
      </dgm:t>
    </dgm:pt>
    <dgm:pt modelId="{908C741E-CA52-42B3-8CB5-547607B30D43}" type="sibTrans" cxnId="{FC6388E1-70E2-42D1-B8FE-138AA204040D}">
      <dgm:prSet/>
      <dgm:spPr/>
      <dgm:t>
        <a:bodyPr/>
        <a:lstStyle/>
        <a:p>
          <a:endParaRPr lang="en-IN"/>
        </a:p>
      </dgm:t>
    </dgm:pt>
    <dgm:pt modelId="{A7B3039A-8230-4902-85AE-64D14A8E4788}" type="pres">
      <dgm:prSet presAssocID="{F5F81824-1618-4293-A28D-674FB33DDF51}" presName="outerComposite" presStyleCnt="0">
        <dgm:presLayoutVars>
          <dgm:chMax val="5"/>
          <dgm:dir/>
          <dgm:resizeHandles val="exact"/>
        </dgm:presLayoutVars>
      </dgm:prSet>
      <dgm:spPr/>
    </dgm:pt>
    <dgm:pt modelId="{DD2DCF60-0328-4EE3-9FF2-0AC31B0C3439}" type="pres">
      <dgm:prSet presAssocID="{F5F81824-1618-4293-A28D-674FB33DDF51}" presName="dummyMaxCanvas" presStyleCnt="0">
        <dgm:presLayoutVars/>
      </dgm:prSet>
      <dgm:spPr/>
    </dgm:pt>
    <dgm:pt modelId="{DE24D800-CADE-4FD5-8561-52762D6DDC25}" type="pres">
      <dgm:prSet presAssocID="{F5F81824-1618-4293-A28D-674FB33DDF51}" presName="FiveNodes_1" presStyleLbl="node1" presStyleIdx="0" presStyleCnt="5">
        <dgm:presLayoutVars>
          <dgm:bulletEnabled val="1"/>
        </dgm:presLayoutVars>
      </dgm:prSet>
      <dgm:spPr/>
    </dgm:pt>
    <dgm:pt modelId="{306035C3-78FA-486F-9492-7ED659B9FCC1}" type="pres">
      <dgm:prSet presAssocID="{F5F81824-1618-4293-A28D-674FB33DDF51}" presName="FiveNodes_2" presStyleLbl="node1" presStyleIdx="1" presStyleCnt="5">
        <dgm:presLayoutVars>
          <dgm:bulletEnabled val="1"/>
        </dgm:presLayoutVars>
      </dgm:prSet>
      <dgm:spPr/>
    </dgm:pt>
    <dgm:pt modelId="{1919D05D-24A9-4A08-8299-21F504B74A2E}" type="pres">
      <dgm:prSet presAssocID="{F5F81824-1618-4293-A28D-674FB33DDF51}" presName="FiveNodes_3" presStyleLbl="node1" presStyleIdx="2" presStyleCnt="5">
        <dgm:presLayoutVars>
          <dgm:bulletEnabled val="1"/>
        </dgm:presLayoutVars>
      </dgm:prSet>
      <dgm:spPr/>
    </dgm:pt>
    <dgm:pt modelId="{4372896F-58CF-4CF6-81A2-9FCE5B76AB65}" type="pres">
      <dgm:prSet presAssocID="{F5F81824-1618-4293-A28D-674FB33DDF51}" presName="FiveNodes_4" presStyleLbl="node1" presStyleIdx="3" presStyleCnt="5">
        <dgm:presLayoutVars>
          <dgm:bulletEnabled val="1"/>
        </dgm:presLayoutVars>
      </dgm:prSet>
      <dgm:spPr/>
    </dgm:pt>
    <dgm:pt modelId="{F311232B-E927-41F7-A904-9A43A54E942E}" type="pres">
      <dgm:prSet presAssocID="{F5F81824-1618-4293-A28D-674FB33DDF51}" presName="FiveNodes_5" presStyleLbl="node1" presStyleIdx="4" presStyleCnt="5">
        <dgm:presLayoutVars>
          <dgm:bulletEnabled val="1"/>
        </dgm:presLayoutVars>
      </dgm:prSet>
      <dgm:spPr/>
    </dgm:pt>
    <dgm:pt modelId="{9870C007-F7EA-40A9-88B4-4AB63A7408FD}" type="pres">
      <dgm:prSet presAssocID="{F5F81824-1618-4293-A28D-674FB33DDF51}" presName="FiveConn_1-2" presStyleLbl="fgAccFollowNode1" presStyleIdx="0" presStyleCnt="4">
        <dgm:presLayoutVars>
          <dgm:bulletEnabled val="1"/>
        </dgm:presLayoutVars>
      </dgm:prSet>
      <dgm:spPr/>
    </dgm:pt>
    <dgm:pt modelId="{755AE31F-1767-488E-8C53-CAE034F3648A}" type="pres">
      <dgm:prSet presAssocID="{F5F81824-1618-4293-A28D-674FB33DDF51}" presName="FiveConn_2-3" presStyleLbl="fgAccFollowNode1" presStyleIdx="1" presStyleCnt="4">
        <dgm:presLayoutVars>
          <dgm:bulletEnabled val="1"/>
        </dgm:presLayoutVars>
      </dgm:prSet>
      <dgm:spPr/>
    </dgm:pt>
    <dgm:pt modelId="{4E25448A-C672-4AA6-9187-FD4E57B1C6DF}" type="pres">
      <dgm:prSet presAssocID="{F5F81824-1618-4293-A28D-674FB33DDF51}" presName="FiveConn_3-4" presStyleLbl="fgAccFollowNode1" presStyleIdx="2" presStyleCnt="4">
        <dgm:presLayoutVars>
          <dgm:bulletEnabled val="1"/>
        </dgm:presLayoutVars>
      </dgm:prSet>
      <dgm:spPr/>
    </dgm:pt>
    <dgm:pt modelId="{2388DC24-8D1D-408C-9A7F-466A9550D2A8}" type="pres">
      <dgm:prSet presAssocID="{F5F81824-1618-4293-A28D-674FB33DDF51}" presName="FiveConn_4-5" presStyleLbl="fgAccFollowNode1" presStyleIdx="3" presStyleCnt="4">
        <dgm:presLayoutVars>
          <dgm:bulletEnabled val="1"/>
        </dgm:presLayoutVars>
      </dgm:prSet>
      <dgm:spPr/>
    </dgm:pt>
    <dgm:pt modelId="{0F526A0F-E58C-4385-8AD6-9DE3DAE5C346}" type="pres">
      <dgm:prSet presAssocID="{F5F81824-1618-4293-A28D-674FB33DDF51}" presName="FiveNodes_1_text" presStyleLbl="node1" presStyleIdx="4" presStyleCnt="5">
        <dgm:presLayoutVars>
          <dgm:bulletEnabled val="1"/>
        </dgm:presLayoutVars>
      </dgm:prSet>
      <dgm:spPr/>
    </dgm:pt>
    <dgm:pt modelId="{78C12B04-C6A0-4EA5-90ED-CEEEB87064BD}" type="pres">
      <dgm:prSet presAssocID="{F5F81824-1618-4293-A28D-674FB33DDF51}" presName="FiveNodes_2_text" presStyleLbl="node1" presStyleIdx="4" presStyleCnt="5">
        <dgm:presLayoutVars>
          <dgm:bulletEnabled val="1"/>
        </dgm:presLayoutVars>
      </dgm:prSet>
      <dgm:spPr/>
    </dgm:pt>
    <dgm:pt modelId="{B52BC71A-17B4-482A-826B-A52C8F9FBBFC}" type="pres">
      <dgm:prSet presAssocID="{F5F81824-1618-4293-A28D-674FB33DDF51}" presName="FiveNodes_3_text" presStyleLbl="node1" presStyleIdx="4" presStyleCnt="5">
        <dgm:presLayoutVars>
          <dgm:bulletEnabled val="1"/>
        </dgm:presLayoutVars>
      </dgm:prSet>
      <dgm:spPr/>
    </dgm:pt>
    <dgm:pt modelId="{3C1B81DB-DCE3-40A8-B72E-4ED94AC878F2}" type="pres">
      <dgm:prSet presAssocID="{F5F81824-1618-4293-A28D-674FB33DDF51}" presName="FiveNodes_4_text" presStyleLbl="node1" presStyleIdx="4" presStyleCnt="5">
        <dgm:presLayoutVars>
          <dgm:bulletEnabled val="1"/>
        </dgm:presLayoutVars>
      </dgm:prSet>
      <dgm:spPr/>
    </dgm:pt>
    <dgm:pt modelId="{19788361-5A70-46CE-B393-CFF59B7AC5AD}" type="pres">
      <dgm:prSet presAssocID="{F5F81824-1618-4293-A28D-674FB33DDF51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176B7209-95DF-48A2-BD02-A1B1849EAE56}" type="presOf" srcId="{30D85BAD-1747-4145-BB62-AD1A38A00CC7}" destId="{1919D05D-24A9-4A08-8299-21F504B74A2E}" srcOrd="0" destOrd="0" presId="urn:microsoft.com/office/officeart/2005/8/layout/vProcess5"/>
    <dgm:cxn modelId="{B1060017-2F23-4302-A3FE-62CB1EFA9DE9}" srcId="{F5F81824-1618-4293-A28D-674FB33DDF51}" destId="{30D85BAD-1747-4145-BB62-AD1A38A00CC7}" srcOrd="2" destOrd="0" parTransId="{18F76E56-A565-4196-A746-30D0A4417459}" sibTransId="{E9143559-6082-4859-B5BB-E49C2755FF3C}"/>
    <dgm:cxn modelId="{BF29DE61-E739-46BC-847D-ACF18ACC04ED}" srcId="{F5F81824-1618-4293-A28D-674FB33DDF51}" destId="{2C109ADC-CEEE-4FB4-ACD9-87AC659273F2}" srcOrd="1" destOrd="0" parTransId="{38149020-0BD7-44DC-858D-92DC8DCBC76C}" sibTransId="{65C42260-5466-4693-A6D8-1BADABBB64EC}"/>
    <dgm:cxn modelId="{1413B442-C7F3-4D38-BA37-865BD2208034}" type="presOf" srcId="{65C42260-5466-4693-A6D8-1BADABBB64EC}" destId="{755AE31F-1767-488E-8C53-CAE034F3648A}" srcOrd="0" destOrd="0" presId="urn:microsoft.com/office/officeart/2005/8/layout/vProcess5"/>
    <dgm:cxn modelId="{93BDEE63-F5AF-49BE-90CE-8F671072C426}" type="presOf" srcId="{76B7C7F7-4F19-4971-BCB1-6D0BA7DEA41C}" destId="{DE24D800-CADE-4FD5-8561-52762D6DDC25}" srcOrd="0" destOrd="0" presId="urn:microsoft.com/office/officeart/2005/8/layout/vProcess5"/>
    <dgm:cxn modelId="{A61B7344-EC1F-4B0E-B77A-0E7608245202}" type="presOf" srcId="{76B7C7F7-4F19-4971-BCB1-6D0BA7DEA41C}" destId="{0F526A0F-E58C-4385-8AD6-9DE3DAE5C346}" srcOrd="1" destOrd="0" presId="urn:microsoft.com/office/officeart/2005/8/layout/vProcess5"/>
    <dgm:cxn modelId="{EC411B84-AADD-4D39-8E9D-EA7AB16A4428}" type="presOf" srcId="{120BCD7F-B3F0-487B-965C-40C1CF6F5E55}" destId="{F311232B-E927-41F7-A904-9A43A54E942E}" srcOrd="0" destOrd="0" presId="urn:microsoft.com/office/officeart/2005/8/layout/vProcess5"/>
    <dgm:cxn modelId="{0BBD6F8D-FCE5-4DEC-884F-ABF10C82147A}" srcId="{F5F81824-1618-4293-A28D-674FB33DDF51}" destId="{1AC75CF9-4F6B-4B95-B0F4-347B576554B0}" srcOrd="3" destOrd="0" parTransId="{D7258CE2-0696-43F0-94EB-56C7FB713E10}" sibTransId="{811FD431-325A-495B-8001-92CC1F66880C}"/>
    <dgm:cxn modelId="{897FCA8F-8AC4-453E-8A78-82695DF28392}" type="presOf" srcId="{F5F81824-1618-4293-A28D-674FB33DDF51}" destId="{A7B3039A-8230-4902-85AE-64D14A8E4788}" srcOrd="0" destOrd="0" presId="urn:microsoft.com/office/officeart/2005/8/layout/vProcess5"/>
    <dgm:cxn modelId="{0F7CD991-E3A2-4FD8-811F-52DD405D0D73}" type="presOf" srcId="{2C109ADC-CEEE-4FB4-ACD9-87AC659273F2}" destId="{306035C3-78FA-486F-9492-7ED659B9FCC1}" srcOrd="0" destOrd="0" presId="urn:microsoft.com/office/officeart/2005/8/layout/vProcess5"/>
    <dgm:cxn modelId="{AE7C8595-F670-4696-8FA8-616BE4C653B5}" srcId="{F5F81824-1618-4293-A28D-674FB33DDF51}" destId="{76B7C7F7-4F19-4971-BCB1-6D0BA7DEA41C}" srcOrd="0" destOrd="0" parTransId="{EDE7522B-1325-478A-8D85-A9F58ECD9F5D}" sibTransId="{AC2866FE-C523-40FC-BE10-B916A416B284}"/>
    <dgm:cxn modelId="{2DD0EAA4-1920-40FE-BA31-288F1FFCB4B4}" type="presOf" srcId="{1AC75CF9-4F6B-4B95-B0F4-347B576554B0}" destId="{3C1B81DB-DCE3-40A8-B72E-4ED94AC878F2}" srcOrd="1" destOrd="0" presId="urn:microsoft.com/office/officeart/2005/8/layout/vProcess5"/>
    <dgm:cxn modelId="{687901A5-300A-4D08-B754-DDCF00A59BD5}" type="presOf" srcId="{1AC75CF9-4F6B-4B95-B0F4-347B576554B0}" destId="{4372896F-58CF-4CF6-81A2-9FCE5B76AB65}" srcOrd="0" destOrd="0" presId="urn:microsoft.com/office/officeart/2005/8/layout/vProcess5"/>
    <dgm:cxn modelId="{EDA4D7BD-4A7E-4E6B-ABE3-C126D5E3AEE5}" type="presOf" srcId="{30D85BAD-1747-4145-BB62-AD1A38A00CC7}" destId="{B52BC71A-17B4-482A-826B-A52C8F9FBBFC}" srcOrd="1" destOrd="0" presId="urn:microsoft.com/office/officeart/2005/8/layout/vProcess5"/>
    <dgm:cxn modelId="{0ECC37C2-5DB1-4743-B744-B85D851367BB}" type="presOf" srcId="{2C109ADC-CEEE-4FB4-ACD9-87AC659273F2}" destId="{78C12B04-C6A0-4EA5-90ED-CEEEB87064BD}" srcOrd="1" destOrd="0" presId="urn:microsoft.com/office/officeart/2005/8/layout/vProcess5"/>
    <dgm:cxn modelId="{695F25C3-B9AD-42C3-B970-9CC858CC71BD}" type="presOf" srcId="{120BCD7F-B3F0-487B-965C-40C1CF6F5E55}" destId="{19788361-5A70-46CE-B393-CFF59B7AC5AD}" srcOrd="1" destOrd="0" presId="urn:microsoft.com/office/officeart/2005/8/layout/vProcess5"/>
    <dgm:cxn modelId="{FAAD42C3-6139-484C-A1D4-2905E4DCC98E}" type="presOf" srcId="{E9143559-6082-4859-B5BB-E49C2755FF3C}" destId="{4E25448A-C672-4AA6-9187-FD4E57B1C6DF}" srcOrd="0" destOrd="0" presId="urn:microsoft.com/office/officeart/2005/8/layout/vProcess5"/>
    <dgm:cxn modelId="{D2051ACD-2531-413B-AC27-09BED2A968F7}" type="presOf" srcId="{811FD431-325A-495B-8001-92CC1F66880C}" destId="{2388DC24-8D1D-408C-9A7F-466A9550D2A8}" srcOrd="0" destOrd="0" presId="urn:microsoft.com/office/officeart/2005/8/layout/vProcess5"/>
    <dgm:cxn modelId="{0A0E94D3-BA3D-48F0-A2C3-FA3346F4A175}" type="presOf" srcId="{AC2866FE-C523-40FC-BE10-B916A416B284}" destId="{9870C007-F7EA-40A9-88B4-4AB63A7408FD}" srcOrd="0" destOrd="0" presId="urn:microsoft.com/office/officeart/2005/8/layout/vProcess5"/>
    <dgm:cxn modelId="{FC6388E1-70E2-42D1-B8FE-138AA204040D}" srcId="{F5F81824-1618-4293-A28D-674FB33DDF51}" destId="{120BCD7F-B3F0-487B-965C-40C1CF6F5E55}" srcOrd="4" destOrd="0" parTransId="{FB9C5F1E-5C83-4F4B-90CF-B12952F04B8A}" sibTransId="{908C741E-CA52-42B3-8CB5-547607B30D43}"/>
    <dgm:cxn modelId="{5AF2DAA7-0217-4207-AF15-CD01D3B8E34C}" type="presParOf" srcId="{A7B3039A-8230-4902-85AE-64D14A8E4788}" destId="{DD2DCF60-0328-4EE3-9FF2-0AC31B0C3439}" srcOrd="0" destOrd="0" presId="urn:microsoft.com/office/officeart/2005/8/layout/vProcess5"/>
    <dgm:cxn modelId="{42E3A9EF-4ED0-4681-B1E9-93EAA38D4EC8}" type="presParOf" srcId="{A7B3039A-8230-4902-85AE-64D14A8E4788}" destId="{DE24D800-CADE-4FD5-8561-52762D6DDC25}" srcOrd="1" destOrd="0" presId="urn:microsoft.com/office/officeart/2005/8/layout/vProcess5"/>
    <dgm:cxn modelId="{F5380183-406B-41F0-A310-86F57EB4FCB3}" type="presParOf" srcId="{A7B3039A-8230-4902-85AE-64D14A8E4788}" destId="{306035C3-78FA-486F-9492-7ED659B9FCC1}" srcOrd="2" destOrd="0" presId="urn:microsoft.com/office/officeart/2005/8/layout/vProcess5"/>
    <dgm:cxn modelId="{905856CA-58AE-47E9-8689-E6A80CA2D7C3}" type="presParOf" srcId="{A7B3039A-8230-4902-85AE-64D14A8E4788}" destId="{1919D05D-24A9-4A08-8299-21F504B74A2E}" srcOrd="3" destOrd="0" presId="urn:microsoft.com/office/officeart/2005/8/layout/vProcess5"/>
    <dgm:cxn modelId="{64FE5EE2-AE12-4147-9772-07D8181667F8}" type="presParOf" srcId="{A7B3039A-8230-4902-85AE-64D14A8E4788}" destId="{4372896F-58CF-4CF6-81A2-9FCE5B76AB65}" srcOrd="4" destOrd="0" presId="urn:microsoft.com/office/officeart/2005/8/layout/vProcess5"/>
    <dgm:cxn modelId="{F59B739C-347C-4D0E-9378-9800B473640B}" type="presParOf" srcId="{A7B3039A-8230-4902-85AE-64D14A8E4788}" destId="{F311232B-E927-41F7-A904-9A43A54E942E}" srcOrd="5" destOrd="0" presId="urn:microsoft.com/office/officeart/2005/8/layout/vProcess5"/>
    <dgm:cxn modelId="{F2B2D40E-B4A6-44A9-BAAE-7F8B19D66EED}" type="presParOf" srcId="{A7B3039A-8230-4902-85AE-64D14A8E4788}" destId="{9870C007-F7EA-40A9-88B4-4AB63A7408FD}" srcOrd="6" destOrd="0" presId="urn:microsoft.com/office/officeart/2005/8/layout/vProcess5"/>
    <dgm:cxn modelId="{F7F2B48F-51AB-4AD8-8446-F553AA2BEF06}" type="presParOf" srcId="{A7B3039A-8230-4902-85AE-64D14A8E4788}" destId="{755AE31F-1767-488E-8C53-CAE034F3648A}" srcOrd="7" destOrd="0" presId="urn:microsoft.com/office/officeart/2005/8/layout/vProcess5"/>
    <dgm:cxn modelId="{A9AF75B7-CBD2-4BC2-AC5C-C1F678233440}" type="presParOf" srcId="{A7B3039A-8230-4902-85AE-64D14A8E4788}" destId="{4E25448A-C672-4AA6-9187-FD4E57B1C6DF}" srcOrd="8" destOrd="0" presId="urn:microsoft.com/office/officeart/2005/8/layout/vProcess5"/>
    <dgm:cxn modelId="{A19C4BEF-9CFB-4E99-B104-5576D37C32B4}" type="presParOf" srcId="{A7B3039A-8230-4902-85AE-64D14A8E4788}" destId="{2388DC24-8D1D-408C-9A7F-466A9550D2A8}" srcOrd="9" destOrd="0" presId="urn:microsoft.com/office/officeart/2005/8/layout/vProcess5"/>
    <dgm:cxn modelId="{918ED713-6954-4866-8FDA-1472DF177D17}" type="presParOf" srcId="{A7B3039A-8230-4902-85AE-64D14A8E4788}" destId="{0F526A0F-E58C-4385-8AD6-9DE3DAE5C346}" srcOrd="10" destOrd="0" presId="urn:microsoft.com/office/officeart/2005/8/layout/vProcess5"/>
    <dgm:cxn modelId="{003A7B48-EF10-4FEE-B698-80429C616BA8}" type="presParOf" srcId="{A7B3039A-8230-4902-85AE-64D14A8E4788}" destId="{78C12B04-C6A0-4EA5-90ED-CEEEB87064BD}" srcOrd="11" destOrd="0" presId="urn:microsoft.com/office/officeart/2005/8/layout/vProcess5"/>
    <dgm:cxn modelId="{72210B6C-A39B-4AC4-AC74-4C3C903C8F56}" type="presParOf" srcId="{A7B3039A-8230-4902-85AE-64D14A8E4788}" destId="{B52BC71A-17B4-482A-826B-A52C8F9FBBFC}" srcOrd="12" destOrd="0" presId="urn:microsoft.com/office/officeart/2005/8/layout/vProcess5"/>
    <dgm:cxn modelId="{24E4E83D-8BB4-4E5F-91D9-95A244709A37}" type="presParOf" srcId="{A7B3039A-8230-4902-85AE-64D14A8E4788}" destId="{3C1B81DB-DCE3-40A8-B72E-4ED94AC878F2}" srcOrd="13" destOrd="0" presId="urn:microsoft.com/office/officeart/2005/8/layout/vProcess5"/>
    <dgm:cxn modelId="{F10538FD-77FD-4D82-9907-85638AEC7DAF}" type="presParOf" srcId="{A7B3039A-8230-4902-85AE-64D14A8E4788}" destId="{19788361-5A70-46CE-B393-CFF59B7AC5A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F81824-1618-4293-A28D-674FB33DDF5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6B7C7F7-4F19-4971-BCB1-6D0BA7DEA41C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Digital Room Allocation</a:t>
          </a:r>
        </a:p>
      </dgm:t>
    </dgm:pt>
    <dgm:pt modelId="{EDE7522B-1325-478A-8D85-A9F58ECD9F5D}" type="parTrans" cxnId="{AE7C8595-F670-4696-8FA8-616BE4C653B5}">
      <dgm:prSet/>
      <dgm:spPr/>
      <dgm:t>
        <a:bodyPr/>
        <a:lstStyle/>
        <a:p>
          <a:endParaRPr lang="en-IN"/>
        </a:p>
      </dgm:t>
    </dgm:pt>
    <dgm:pt modelId="{AC2866FE-C523-40FC-BE10-B916A416B284}" type="sibTrans" cxnId="{AE7C8595-F670-4696-8FA8-616BE4C653B5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2C109ADC-CEEE-4FB4-ACD9-87AC659273F2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Online Complaint System</a:t>
          </a:r>
        </a:p>
      </dgm:t>
    </dgm:pt>
    <dgm:pt modelId="{38149020-0BD7-44DC-858D-92DC8DCBC76C}" type="parTrans" cxnId="{BF29DE61-E739-46BC-847D-ACF18ACC04ED}">
      <dgm:prSet/>
      <dgm:spPr/>
      <dgm:t>
        <a:bodyPr/>
        <a:lstStyle/>
        <a:p>
          <a:endParaRPr lang="en-IN"/>
        </a:p>
      </dgm:t>
    </dgm:pt>
    <dgm:pt modelId="{65C42260-5466-4693-A6D8-1BADABBB64EC}" type="sibTrans" cxnId="{BF29DE61-E739-46BC-847D-ACF18ACC04ED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30D85BAD-1747-4145-BB62-AD1A38A00CC7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Real-Time Status Tracking</a:t>
          </a:r>
        </a:p>
      </dgm:t>
    </dgm:pt>
    <dgm:pt modelId="{18F76E56-A565-4196-A746-30D0A4417459}" type="parTrans" cxnId="{B1060017-2F23-4302-A3FE-62CB1EFA9DE9}">
      <dgm:prSet/>
      <dgm:spPr/>
      <dgm:t>
        <a:bodyPr/>
        <a:lstStyle/>
        <a:p>
          <a:endParaRPr lang="en-IN"/>
        </a:p>
      </dgm:t>
    </dgm:pt>
    <dgm:pt modelId="{E9143559-6082-4859-B5BB-E49C2755FF3C}" type="sibTrans" cxnId="{B1060017-2F23-4302-A3FE-62CB1EFA9DE9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AC75CF9-4F6B-4B95-B0F4-347B576554B0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Faster Resolution</a:t>
          </a:r>
        </a:p>
      </dgm:t>
    </dgm:pt>
    <dgm:pt modelId="{D7258CE2-0696-43F0-94EB-56C7FB713E10}" type="parTrans" cxnId="{0BBD6F8D-FCE5-4DEC-884F-ABF10C82147A}">
      <dgm:prSet/>
      <dgm:spPr/>
      <dgm:t>
        <a:bodyPr/>
        <a:lstStyle/>
        <a:p>
          <a:endParaRPr lang="en-IN"/>
        </a:p>
      </dgm:t>
    </dgm:pt>
    <dgm:pt modelId="{811FD431-325A-495B-8001-92CC1F66880C}" type="sibTrans" cxnId="{0BBD6F8D-FCE5-4DEC-884F-ABF10C82147A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20BCD7F-B3F0-487B-965C-40C1CF6F5E55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Food Surplus → NGOs</a:t>
          </a:r>
        </a:p>
      </dgm:t>
    </dgm:pt>
    <dgm:pt modelId="{FB9C5F1E-5C83-4F4B-90CF-B12952F04B8A}" type="parTrans" cxnId="{FC6388E1-70E2-42D1-B8FE-138AA204040D}">
      <dgm:prSet/>
      <dgm:spPr/>
      <dgm:t>
        <a:bodyPr/>
        <a:lstStyle/>
        <a:p>
          <a:endParaRPr lang="en-IN"/>
        </a:p>
      </dgm:t>
    </dgm:pt>
    <dgm:pt modelId="{908C741E-CA52-42B3-8CB5-547607B30D43}" type="sibTrans" cxnId="{FC6388E1-70E2-42D1-B8FE-138AA204040D}">
      <dgm:prSet/>
      <dgm:spPr/>
      <dgm:t>
        <a:bodyPr/>
        <a:lstStyle/>
        <a:p>
          <a:endParaRPr lang="en-IN"/>
        </a:p>
      </dgm:t>
    </dgm:pt>
    <dgm:pt modelId="{A7B3039A-8230-4902-85AE-64D14A8E4788}" type="pres">
      <dgm:prSet presAssocID="{F5F81824-1618-4293-A28D-674FB33DDF51}" presName="outerComposite" presStyleCnt="0">
        <dgm:presLayoutVars>
          <dgm:chMax val="5"/>
          <dgm:dir/>
          <dgm:resizeHandles val="exact"/>
        </dgm:presLayoutVars>
      </dgm:prSet>
      <dgm:spPr/>
    </dgm:pt>
    <dgm:pt modelId="{DD2DCF60-0328-4EE3-9FF2-0AC31B0C3439}" type="pres">
      <dgm:prSet presAssocID="{F5F81824-1618-4293-A28D-674FB33DDF51}" presName="dummyMaxCanvas" presStyleCnt="0">
        <dgm:presLayoutVars/>
      </dgm:prSet>
      <dgm:spPr/>
    </dgm:pt>
    <dgm:pt modelId="{DE24D800-CADE-4FD5-8561-52762D6DDC25}" type="pres">
      <dgm:prSet presAssocID="{F5F81824-1618-4293-A28D-674FB33DDF51}" presName="FiveNodes_1" presStyleLbl="node1" presStyleIdx="0" presStyleCnt="5">
        <dgm:presLayoutVars>
          <dgm:bulletEnabled val="1"/>
        </dgm:presLayoutVars>
      </dgm:prSet>
      <dgm:spPr/>
    </dgm:pt>
    <dgm:pt modelId="{306035C3-78FA-486F-9492-7ED659B9FCC1}" type="pres">
      <dgm:prSet presAssocID="{F5F81824-1618-4293-A28D-674FB33DDF51}" presName="FiveNodes_2" presStyleLbl="node1" presStyleIdx="1" presStyleCnt="5">
        <dgm:presLayoutVars>
          <dgm:bulletEnabled val="1"/>
        </dgm:presLayoutVars>
      </dgm:prSet>
      <dgm:spPr/>
    </dgm:pt>
    <dgm:pt modelId="{1919D05D-24A9-4A08-8299-21F504B74A2E}" type="pres">
      <dgm:prSet presAssocID="{F5F81824-1618-4293-A28D-674FB33DDF51}" presName="FiveNodes_3" presStyleLbl="node1" presStyleIdx="2" presStyleCnt="5">
        <dgm:presLayoutVars>
          <dgm:bulletEnabled val="1"/>
        </dgm:presLayoutVars>
      </dgm:prSet>
      <dgm:spPr/>
    </dgm:pt>
    <dgm:pt modelId="{4372896F-58CF-4CF6-81A2-9FCE5B76AB65}" type="pres">
      <dgm:prSet presAssocID="{F5F81824-1618-4293-A28D-674FB33DDF51}" presName="FiveNodes_4" presStyleLbl="node1" presStyleIdx="3" presStyleCnt="5">
        <dgm:presLayoutVars>
          <dgm:bulletEnabled val="1"/>
        </dgm:presLayoutVars>
      </dgm:prSet>
      <dgm:spPr/>
    </dgm:pt>
    <dgm:pt modelId="{F311232B-E927-41F7-A904-9A43A54E942E}" type="pres">
      <dgm:prSet presAssocID="{F5F81824-1618-4293-A28D-674FB33DDF51}" presName="FiveNodes_5" presStyleLbl="node1" presStyleIdx="4" presStyleCnt="5">
        <dgm:presLayoutVars>
          <dgm:bulletEnabled val="1"/>
        </dgm:presLayoutVars>
      </dgm:prSet>
      <dgm:spPr/>
    </dgm:pt>
    <dgm:pt modelId="{9870C007-F7EA-40A9-88B4-4AB63A7408FD}" type="pres">
      <dgm:prSet presAssocID="{F5F81824-1618-4293-A28D-674FB33DDF51}" presName="FiveConn_1-2" presStyleLbl="fgAccFollowNode1" presStyleIdx="0" presStyleCnt="4">
        <dgm:presLayoutVars>
          <dgm:bulletEnabled val="1"/>
        </dgm:presLayoutVars>
      </dgm:prSet>
      <dgm:spPr/>
    </dgm:pt>
    <dgm:pt modelId="{755AE31F-1767-488E-8C53-CAE034F3648A}" type="pres">
      <dgm:prSet presAssocID="{F5F81824-1618-4293-A28D-674FB33DDF51}" presName="FiveConn_2-3" presStyleLbl="fgAccFollowNode1" presStyleIdx="1" presStyleCnt="4">
        <dgm:presLayoutVars>
          <dgm:bulletEnabled val="1"/>
        </dgm:presLayoutVars>
      </dgm:prSet>
      <dgm:spPr/>
    </dgm:pt>
    <dgm:pt modelId="{4E25448A-C672-4AA6-9187-FD4E57B1C6DF}" type="pres">
      <dgm:prSet presAssocID="{F5F81824-1618-4293-A28D-674FB33DDF51}" presName="FiveConn_3-4" presStyleLbl="fgAccFollowNode1" presStyleIdx="2" presStyleCnt="4">
        <dgm:presLayoutVars>
          <dgm:bulletEnabled val="1"/>
        </dgm:presLayoutVars>
      </dgm:prSet>
      <dgm:spPr/>
    </dgm:pt>
    <dgm:pt modelId="{2388DC24-8D1D-408C-9A7F-466A9550D2A8}" type="pres">
      <dgm:prSet presAssocID="{F5F81824-1618-4293-A28D-674FB33DDF51}" presName="FiveConn_4-5" presStyleLbl="fgAccFollowNode1" presStyleIdx="3" presStyleCnt="4">
        <dgm:presLayoutVars>
          <dgm:bulletEnabled val="1"/>
        </dgm:presLayoutVars>
      </dgm:prSet>
      <dgm:spPr/>
    </dgm:pt>
    <dgm:pt modelId="{0F526A0F-E58C-4385-8AD6-9DE3DAE5C346}" type="pres">
      <dgm:prSet presAssocID="{F5F81824-1618-4293-A28D-674FB33DDF51}" presName="FiveNodes_1_text" presStyleLbl="node1" presStyleIdx="4" presStyleCnt="5">
        <dgm:presLayoutVars>
          <dgm:bulletEnabled val="1"/>
        </dgm:presLayoutVars>
      </dgm:prSet>
      <dgm:spPr/>
    </dgm:pt>
    <dgm:pt modelId="{78C12B04-C6A0-4EA5-90ED-CEEEB87064BD}" type="pres">
      <dgm:prSet presAssocID="{F5F81824-1618-4293-A28D-674FB33DDF51}" presName="FiveNodes_2_text" presStyleLbl="node1" presStyleIdx="4" presStyleCnt="5">
        <dgm:presLayoutVars>
          <dgm:bulletEnabled val="1"/>
        </dgm:presLayoutVars>
      </dgm:prSet>
      <dgm:spPr/>
    </dgm:pt>
    <dgm:pt modelId="{B52BC71A-17B4-482A-826B-A52C8F9FBBFC}" type="pres">
      <dgm:prSet presAssocID="{F5F81824-1618-4293-A28D-674FB33DDF51}" presName="FiveNodes_3_text" presStyleLbl="node1" presStyleIdx="4" presStyleCnt="5">
        <dgm:presLayoutVars>
          <dgm:bulletEnabled val="1"/>
        </dgm:presLayoutVars>
      </dgm:prSet>
      <dgm:spPr/>
    </dgm:pt>
    <dgm:pt modelId="{3C1B81DB-DCE3-40A8-B72E-4ED94AC878F2}" type="pres">
      <dgm:prSet presAssocID="{F5F81824-1618-4293-A28D-674FB33DDF51}" presName="FiveNodes_4_text" presStyleLbl="node1" presStyleIdx="4" presStyleCnt="5">
        <dgm:presLayoutVars>
          <dgm:bulletEnabled val="1"/>
        </dgm:presLayoutVars>
      </dgm:prSet>
      <dgm:spPr/>
    </dgm:pt>
    <dgm:pt modelId="{19788361-5A70-46CE-B393-CFF59B7AC5AD}" type="pres">
      <dgm:prSet presAssocID="{F5F81824-1618-4293-A28D-674FB33DDF51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176B7209-95DF-48A2-BD02-A1B1849EAE56}" type="presOf" srcId="{30D85BAD-1747-4145-BB62-AD1A38A00CC7}" destId="{1919D05D-24A9-4A08-8299-21F504B74A2E}" srcOrd="0" destOrd="0" presId="urn:microsoft.com/office/officeart/2005/8/layout/vProcess5"/>
    <dgm:cxn modelId="{B1060017-2F23-4302-A3FE-62CB1EFA9DE9}" srcId="{F5F81824-1618-4293-A28D-674FB33DDF51}" destId="{30D85BAD-1747-4145-BB62-AD1A38A00CC7}" srcOrd="2" destOrd="0" parTransId="{18F76E56-A565-4196-A746-30D0A4417459}" sibTransId="{E9143559-6082-4859-B5BB-E49C2755FF3C}"/>
    <dgm:cxn modelId="{BF29DE61-E739-46BC-847D-ACF18ACC04ED}" srcId="{F5F81824-1618-4293-A28D-674FB33DDF51}" destId="{2C109ADC-CEEE-4FB4-ACD9-87AC659273F2}" srcOrd="1" destOrd="0" parTransId="{38149020-0BD7-44DC-858D-92DC8DCBC76C}" sibTransId="{65C42260-5466-4693-A6D8-1BADABBB64EC}"/>
    <dgm:cxn modelId="{1413B442-C7F3-4D38-BA37-865BD2208034}" type="presOf" srcId="{65C42260-5466-4693-A6D8-1BADABBB64EC}" destId="{755AE31F-1767-488E-8C53-CAE034F3648A}" srcOrd="0" destOrd="0" presId="urn:microsoft.com/office/officeart/2005/8/layout/vProcess5"/>
    <dgm:cxn modelId="{93BDEE63-F5AF-49BE-90CE-8F671072C426}" type="presOf" srcId="{76B7C7F7-4F19-4971-BCB1-6D0BA7DEA41C}" destId="{DE24D800-CADE-4FD5-8561-52762D6DDC25}" srcOrd="0" destOrd="0" presId="urn:microsoft.com/office/officeart/2005/8/layout/vProcess5"/>
    <dgm:cxn modelId="{A61B7344-EC1F-4B0E-B77A-0E7608245202}" type="presOf" srcId="{76B7C7F7-4F19-4971-BCB1-6D0BA7DEA41C}" destId="{0F526A0F-E58C-4385-8AD6-9DE3DAE5C346}" srcOrd="1" destOrd="0" presId="urn:microsoft.com/office/officeart/2005/8/layout/vProcess5"/>
    <dgm:cxn modelId="{EC411B84-AADD-4D39-8E9D-EA7AB16A4428}" type="presOf" srcId="{120BCD7F-B3F0-487B-965C-40C1CF6F5E55}" destId="{F311232B-E927-41F7-A904-9A43A54E942E}" srcOrd="0" destOrd="0" presId="urn:microsoft.com/office/officeart/2005/8/layout/vProcess5"/>
    <dgm:cxn modelId="{0BBD6F8D-FCE5-4DEC-884F-ABF10C82147A}" srcId="{F5F81824-1618-4293-A28D-674FB33DDF51}" destId="{1AC75CF9-4F6B-4B95-B0F4-347B576554B0}" srcOrd="3" destOrd="0" parTransId="{D7258CE2-0696-43F0-94EB-56C7FB713E10}" sibTransId="{811FD431-325A-495B-8001-92CC1F66880C}"/>
    <dgm:cxn modelId="{897FCA8F-8AC4-453E-8A78-82695DF28392}" type="presOf" srcId="{F5F81824-1618-4293-A28D-674FB33DDF51}" destId="{A7B3039A-8230-4902-85AE-64D14A8E4788}" srcOrd="0" destOrd="0" presId="urn:microsoft.com/office/officeart/2005/8/layout/vProcess5"/>
    <dgm:cxn modelId="{0F7CD991-E3A2-4FD8-811F-52DD405D0D73}" type="presOf" srcId="{2C109ADC-CEEE-4FB4-ACD9-87AC659273F2}" destId="{306035C3-78FA-486F-9492-7ED659B9FCC1}" srcOrd="0" destOrd="0" presId="urn:microsoft.com/office/officeart/2005/8/layout/vProcess5"/>
    <dgm:cxn modelId="{AE7C8595-F670-4696-8FA8-616BE4C653B5}" srcId="{F5F81824-1618-4293-A28D-674FB33DDF51}" destId="{76B7C7F7-4F19-4971-BCB1-6D0BA7DEA41C}" srcOrd="0" destOrd="0" parTransId="{EDE7522B-1325-478A-8D85-A9F58ECD9F5D}" sibTransId="{AC2866FE-C523-40FC-BE10-B916A416B284}"/>
    <dgm:cxn modelId="{2DD0EAA4-1920-40FE-BA31-288F1FFCB4B4}" type="presOf" srcId="{1AC75CF9-4F6B-4B95-B0F4-347B576554B0}" destId="{3C1B81DB-DCE3-40A8-B72E-4ED94AC878F2}" srcOrd="1" destOrd="0" presId="urn:microsoft.com/office/officeart/2005/8/layout/vProcess5"/>
    <dgm:cxn modelId="{687901A5-300A-4D08-B754-DDCF00A59BD5}" type="presOf" srcId="{1AC75CF9-4F6B-4B95-B0F4-347B576554B0}" destId="{4372896F-58CF-4CF6-81A2-9FCE5B76AB65}" srcOrd="0" destOrd="0" presId="urn:microsoft.com/office/officeart/2005/8/layout/vProcess5"/>
    <dgm:cxn modelId="{EDA4D7BD-4A7E-4E6B-ABE3-C126D5E3AEE5}" type="presOf" srcId="{30D85BAD-1747-4145-BB62-AD1A38A00CC7}" destId="{B52BC71A-17B4-482A-826B-A52C8F9FBBFC}" srcOrd="1" destOrd="0" presId="urn:microsoft.com/office/officeart/2005/8/layout/vProcess5"/>
    <dgm:cxn modelId="{0ECC37C2-5DB1-4743-B744-B85D851367BB}" type="presOf" srcId="{2C109ADC-CEEE-4FB4-ACD9-87AC659273F2}" destId="{78C12B04-C6A0-4EA5-90ED-CEEEB87064BD}" srcOrd="1" destOrd="0" presId="urn:microsoft.com/office/officeart/2005/8/layout/vProcess5"/>
    <dgm:cxn modelId="{695F25C3-B9AD-42C3-B970-9CC858CC71BD}" type="presOf" srcId="{120BCD7F-B3F0-487B-965C-40C1CF6F5E55}" destId="{19788361-5A70-46CE-B393-CFF59B7AC5AD}" srcOrd="1" destOrd="0" presId="urn:microsoft.com/office/officeart/2005/8/layout/vProcess5"/>
    <dgm:cxn modelId="{FAAD42C3-6139-484C-A1D4-2905E4DCC98E}" type="presOf" srcId="{E9143559-6082-4859-B5BB-E49C2755FF3C}" destId="{4E25448A-C672-4AA6-9187-FD4E57B1C6DF}" srcOrd="0" destOrd="0" presId="urn:microsoft.com/office/officeart/2005/8/layout/vProcess5"/>
    <dgm:cxn modelId="{D2051ACD-2531-413B-AC27-09BED2A968F7}" type="presOf" srcId="{811FD431-325A-495B-8001-92CC1F66880C}" destId="{2388DC24-8D1D-408C-9A7F-466A9550D2A8}" srcOrd="0" destOrd="0" presId="urn:microsoft.com/office/officeart/2005/8/layout/vProcess5"/>
    <dgm:cxn modelId="{0A0E94D3-BA3D-48F0-A2C3-FA3346F4A175}" type="presOf" srcId="{AC2866FE-C523-40FC-BE10-B916A416B284}" destId="{9870C007-F7EA-40A9-88B4-4AB63A7408FD}" srcOrd="0" destOrd="0" presId="urn:microsoft.com/office/officeart/2005/8/layout/vProcess5"/>
    <dgm:cxn modelId="{FC6388E1-70E2-42D1-B8FE-138AA204040D}" srcId="{F5F81824-1618-4293-A28D-674FB33DDF51}" destId="{120BCD7F-B3F0-487B-965C-40C1CF6F5E55}" srcOrd="4" destOrd="0" parTransId="{FB9C5F1E-5C83-4F4B-90CF-B12952F04B8A}" sibTransId="{908C741E-CA52-42B3-8CB5-547607B30D43}"/>
    <dgm:cxn modelId="{5AF2DAA7-0217-4207-AF15-CD01D3B8E34C}" type="presParOf" srcId="{A7B3039A-8230-4902-85AE-64D14A8E4788}" destId="{DD2DCF60-0328-4EE3-9FF2-0AC31B0C3439}" srcOrd="0" destOrd="0" presId="urn:microsoft.com/office/officeart/2005/8/layout/vProcess5"/>
    <dgm:cxn modelId="{42E3A9EF-4ED0-4681-B1E9-93EAA38D4EC8}" type="presParOf" srcId="{A7B3039A-8230-4902-85AE-64D14A8E4788}" destId="{DE24D800-CADE-4FD5-8561-52762D6DDC25}" srcOrd="1" destOrd="0" presId="urn:microsoft.com/office/officeart/2005/8/layout/vProcess5"/>
    <dgm:cxn modelId="{F5380183-406B-41F0-A310-86F57EB4FCB3}" type="presParOf" srcId="{A7B3039A-8230-4902-85AE-64D14A8E4788}" destId="{306035C3-78FA-486F-9492-7ED659B9FCC1}" srcOrd="2" destOrd="0" presId="urn:microsoft.com/office/officeart/2005/8/layout/vProcess5"/>
    <dgm:cxn modelId="{905856CA-58AE-47E9-8689-E6A80CA2D7C3}" type="presParOf" srcId="{A7B3039A-8230-4902-85AE-64D14A8E4788}" destId="{1919D05D-24A9-4A08-8299-21F504B74A2E}" srcOrd="3" destOrd="0" presId="urn:microsoft.com/office/officeart/2005/8/layout/vProcess5"/>
    <dgm:cxn modelId="{64FE5EE2-AE12-4147-9772-07D8181667F8}" type="presParOf" srcId="{A7B3039A-8230-4902-85AE-64D14A8E4788}" destId="{4372896F-58CF-4CF6-81A2-9FCE5B76AB65}" srcOrd="4" destOrd="0" presId="urn:microsoft.com/office/officeart/2005/8/layout/vProcess5"/>
    <dgm:cxn modelId="{F59B739C-347C-4D0E-9378-9800B473640B}" type="presParOf" srcId="{A7B3039A-8230-4902-85AE-64D14A8E4788}" destId="{F311232B-E927-41F7-A904-9A43A54E942E}" srcOrd="5" destOrd="0" presId="urn:microsoft.com/office/officeart/2005/8/layout/vProcess5"/>
    <dgm:cxn modelId="{F2B2D40E-B4A6-44A9-BAAE-7F8B19D66EED}" type="presParOf" srcId="{A7B3039A-8230-4902-85AE-64D14A8E4788}" destId="{9870C007-F7EA-40A9-88B4-4AB63A7408FD}" srcOrd="6" destOrd="0" presId="urn:microsoft.com/office/officeart/2005/8/layout/vProcess5"/>
    <dgm:cxn modelId="{F7F2B48F-51AB-4AD8-8446-F553AA2BEF06}" type="presParOf" srcId="{A7B3039A-8230-4902-85AE-64D14A8E4788}" destId="{755AE31F-1767-488E-8C53-CAE034F3648A}" srcOrd="7" destOrd="0" presId="urn:microsoft.com/office/officeart/2005/8/layout/vProcess5"/>
    <dgm:cxn modelId="{A9AF75B7-CBD2-4BC2-AC5C-C1F678233440}" type="presParOf" srcId="{A7B3039A-8230-4902-85AE-64D14A8E4788}" destId="{4E25448A-C672-4AA6-9187-FD4E57B1C6DF}" srcOrd="8" destOrd="0" presId="urn:microsoft.com/office/officeart/2005/8/layout/vProcess5"/>
    <dgm:cxn modelId="{A19C4BEF-9CFB-4E99-B104-5576D37C32B4}" type="presParOf" srcId="{A7B3039A-8230-4902-85AE-64D14A8E4788}" destId="{2388DC24-8D1D-408C-9A7F-466A9550D2A8}" srcOrd="9" destOrd="0" presId="urn:microsoft.com/office/officeart/2005/8/layout/vProcess5"/>
    <dgm:cxn modelId="{918ED713-6954-4866-8FDA-1472DF177D17}" type="presParOf" srcId="{A7B3039A-8230-4902-85AE-64D14A8E4788}" destId="{0F526A0F-E58C-4385-8AD6-9DE3DAE5C346}" srcOrd="10" destOrd="0" presId="urn:microsoft.com/office/officeart/2005/8/layout/vProcess5"/>
    <dgm:cxn modelId="{003A7B48-EF10-4FEE-B698-80429C616BA8}" type="presParOf" srcId="{A7B3039A-8230-4902-85AE-64D14A8E4788}" destId="{78C12B04-C6A0-4EA5-90ED-CEEEB87064BD}" srcOrd="11" destOrd="0" presId="urn:microsoft.com/office/officeart/2005/8/layout/vProcess5"/>
    <dgm:cxn modelId="{72210B6C-A39B-4AC4-AC74-4C3C903C8F56}" type="presParOf" srcId="{A7B3039A-8230-4902-85AE-64D14A8E4788}" destId="{B52BC71A-17B4-482A-826B-A52C8F9FBBFC}" srcOrd="12" destOrd="0" presId="urn:microsoft.com/office/officeart/2005/8/layout/vProcess5"/>
    <dgm:cxn modelId="{24E4E83D-8BB4-4E5F-91D9-95A244709A37}" type="presParOf" srcId="{A7B3039A-8230-4902-85AE-64D14A8E4788}" destId="{3C1B81DB-DCE3-40A8-B72E-4ED94AC878F2}" srcOrd="13" destOrd="0" presId="urn:microsoft.com/office/officeart/2005/8/layout/vProcess5"/>
    <dgm:cxn modelId="{F10538FD-77FD-4D82-9907-85638AEC7DAF}" type="presParOf" srcId="{A7B3039A-8230-4902-85AE-64D14A8E4788}" destId="{19788361-5A70-46CE-B393-CFF59B7AC5A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24D800-CADE-4FD5-8561-52762D6DDC25}">
      <dsp:nvSpPr>
        <dsp:cNvPr id="0" name=""/>
        <dsp:cNvSpPr/>
      </dsp:nvSpPr>
      <dsp:spPr>
        <a:xfrm>
          <a:off x="0" y="0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>
              <a:solidFill>
                <a:schemeClr val="bg2">
                  <a:lumMod val="10000"/>
                </a:schemeClr>
              </a:solidFill>
            </a:rPr>
            <a:t>Room Allocation (Manual)</a:t>
          </a:r>
        </a:p>
      </dsp:txBody>
      <dsp:txXfrm>
        <a:off x="24545" y="24545"/>
        <a:ext cx="4160972" cy="788931"/>
      </dsp:txXfrm>
    </dsp:sp>
    <dsp:sp modelId="{306035C3-78FA-486F-9492-7ED659B9FCC1}">
      <dsp:nvSpPr>
        <dsp:cNvPr id="0" name=""/>
        <dsp:cNvSpPr/>
      </dsp:nvSpPr>
      <dsp:spPr>
        <a:xfrm>
          <a:off x="385572" y="954413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>
              <a:solidFill>
                <a:schemeClr val="bg2">
                  <a:lumMod val="10000"/>
                </a:schemeClr>
              </a:solidFill>
            </a:rPr>
            <a:t>Complaint Register (Paper / Verbal)</a:t>
          </a:r>
        </a:p>
      </dsp:txBody>
      <dsp:txXfrm>
        <a:off x="410117" y="978958"/>
        <a:ext cx="4183935" cy="788931"/>
      </dsp:txXfrm>
    </dsp:sp>
    <dsp:sp modelId="{1919D05D-24A9-4A08-8299-21F504B74A2E}">
      <dsp:nvSpPr>
        <dsp:cNvPr id="0" name=""/>
        <dsp:cNvSpPr/>
      </dsp:nvSpPr>
      <dsp:spPr>
        <a:xfrm>
          <a:off x="771143" y="1908827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>
              <a:solidFill>
                <a:schemeClr val="bg2">
                  <a:lumMod val="10000"/>
                </a:schemeClr>
              </a:solidFill>
            </a:rPr>
            <a:t>No Tracking or Status</a:t>
          </a:r>
        </a:p>
      </dsp:txBody>
      <dsp:txXfrm>
        <a:off x="795688" y="1933372"/>
        <a:ext cx="4183935" cy="788931"/>
      </dsp:txXfrm>
    </dsp:sp>
    <dsp:sp modelId="{4372896F-58CF-4CF6-81A2-9FCE5B76AB65}">
      <dsp:nvSpPr>
        <dsp:cNvPr id="0" name=""/>
        <dsp:cNvSpPr/>
      </dsp:nvSpPr>
      <dsp:spPr>
        <a:xfrm>
          <a:off x="1156716" y="2863241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>
              <a:solidFill>
                <a:schemeClr val="bg2">
                  <a:lumMod val="10000"/>
                </a:schemeClr>
              </a:solidFill>
            </a:rPr>
            <a:t>Delayed Resolution</a:t>
          </a:r>
        </a:p>
      </dsp:txBody>
      <dsp:txXfrm>
        <a:off x="1181261" y="2887786"/>
        <a:ext cx="4183935" cy="788931"/>
      </dsp:txXfrm>
    </dsp:sp>
    <dsp:sp modelId="{F311232B-E927-41F7-A904-9A43A54E942E}">
      <dsp:nvSpPr>
        <dsp:cNvPr id="0" name=""/>
        <dsp:cNvSpPr/>
      </dsp:nvSpPr>
      <dsp:spPr>
        <a:xfrm>
          <a:off x="1542287" y="3817655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>
              <a:solidFill>
                <a:schemeClr val="bg2">
                  <a:lumMod val="10000"/>
                </a:schemeClr>
              </a:solidFill>
            </a:rPr>
            <a:t>Food Surplus Wasted</a:t>
          </a:r>
        </a:p>
      </dsp:txBody>
      <dsp:txXfrm>
        <a:off x="1566832" y="3842200"/>
        <a:ext cx="4183935" cy="788931"/>
      </dsp:txXfrm>
    </dsp:sp>
    <dsp:sp modelId="{9870C007-F7EA-40A9-88B4-4AB63A7408FD}">
      <dsp:nvSpPr>
        <dsp:cNvPr id="0" name=""/>
        <dsp:cNvSpPr/>
      </dsp:nvSpPr>
      <dsp:spPr>
        <a:xfrm>
          <a:off x="4618597" y="612221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4741158" y="612221"/>
        <a:ext cx="299592" cy="409897"/>
      </dsp:txXfrm>
    </dsp:sp>
    <dsp:sp modelId="{755AE31F-1767-488E-8C53-CAE034F3648A}">
      <dsp:nvSpPr>
        <dsp:cNvPr id="0" name=""/>
        <dsp:cNvSpPr/>
      </dsp:nvSpPr>
      <dsp:spPr>
        <a:xfrm>
          <a:off x="5004169" y="1566635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5126730" y="1566635"/>
        <a:ext cx="299592" cy="409897"/>
      </dsp:txXfrm>
    </dsp:sp>
    <dsp:sp modelId="{4E25448A-C672-4AA6-9187-FD4E57B1C6DF}">
      <dsp:nvSpPr>
        <dsp:cNvPr id="0" name=""/>
        <dsp:cNvSpPr/>
      </dsp:nvSpPr>
      <dsp:spPr>
        <a:xfrm>
          <a:off x="5389741" y="2507082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5512302" y="2507082"/>
        <a:ext cx="299592" cy="409897"/>
      </dsp:txXfrm>
    </dsp:sp>
    <dsp:sp modelId="{2388DC24-8D1D-408C-9A7F-466A9550D2A8}">
      <dsp:nvSpPr>
        <dsp:cNvPr id="0" name=""/>
        <dsp:cNvSpPr/>
      </dsp:nvSpPr>
      <dsp:spPr>
        <a:xfrm>
          <a:off x="5775313" y="3470807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5897874" y="3470807"/>
        <a:ext cx="299592" cy="4098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24D800-CADE-4FD5-8561-52762D6DDC25}">
      <dsp:nvSpPr>
        <dsp:cNvPr id="0" name=""/>
        <dsp:cNvSpPr/>
      </dsp:nvSpPr>
      <dsp:spPr>
        <a:xfrm>
          <a:off x="0" y="0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schemeClr val="bg2">
                  <a:lumMod val="10000"/>
                </a:schemeClr>
              </a:solidFill>
            </a:rPr>
            <a:t>Digital Room Allocation</a:t>
          </a:r>
        </a:p>
      </dsp:txBody>
      <dsp:txXfrm>
        <a:off x="24545" y="24545"/>
        <a:ext cx="4160972" cy="788931"/>
      </dsp:txXfrm>
    </dsp:sp>
    <dsp:sp modelId="{306035C3-78FA-486F-9492-7ED659B9FCC1}">
      <dsp:nvSpPr>
        <dsp:cNvPr id="0" name=""/>
        <dsp:cNvSpPr/>
      </dsp:nvSpPr>
      <dsp:spPr>
        <a:xfrm>
          <a:off x="385572" y="954413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schemeClr val="bg2">
                  <a:lumMod val="10000"/>
                </a:schemeClr>
              </a:solidFill>
            </a:rPr>
            <a:t>Online Complaint System</a:t>
          </a:r>
        </a:p>
      </dsp:txBody>
      <dsp:txXfrm>
        <a:off x="410117" y="978958"/>
        <a:ext cx="4183935" cy="788931"/>
      </dsp:txXfrm>
    </dsp:sp>
    <dsp:sp modelId="{1919D05D-24A9-4A08-8299-21F504B74A2E}">
      <dsp:nvSpPr>
        <dsp:cNvPr id="0" name=""/>
        <dsp:cNvSpPr/>
      </dsp:nvSpPr>
      <dsp:spPr>
        <a:xfrm>
          <a:off x="771143" y="1908827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schemeClr val="bg2">
                  <a:lumMod val="10000"/>
                </a:schemeClr>
              </a:solidFill>
            </a:rPr>
            <a:t>Real-Time Status Tracking</a:t>
          </a:r>
        </a:p>
      </dsp:txBody>
      <dsp:txXfrm>
        <a:off x="795688" y="1933372"/>
        <a:ext cx="4183935" cy="788931"/>
      </dsp:txXfrm>
    </dsp:sp>
    <dsp:sp modelId="{4372896F-58CF-4CF6-81A2-9FCE5B76AB65}">
      <dsp:nvSpPr>
        <dsp:cNvPr id="0" name=""/>
        <dsp:cNvSpPr/>
      </dsp:nvSpPr>
      <dsp:spPr>
        <a:xfrm>
          <a:off x="1156716" y="2863241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schemeClr val="bg2">
                  <a:lumMod val="10000"/>
                </a:schemeClr>
              </a:solidFill>
            </a:rPr>
            <a:t>Faster Resolution</a:t>
          </a:r>
        </a:p>
      </dsp:txBody>
      <dsp:txXfrm>
        <a:off x="1181261" y="2887786"/>
        <a:ext cx="4183935" cy="788931"/>
      </dsp:txXfrm>
    </dsp:sp>
    <dsp:sp modelId="{F311232B-E927-41F7-A904-9A43A54E942E}">
      <dsp:nvSpPr>
        <dsp:cNvPr id="0" name=""/>
        <dsp:cNvSpPr/>
      </dsp:nvSpPr>
      <dsp:spPr>
        <a:xfrm>
          <a:off x="1542287" y="3817655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schemeClr val="bg2">
                  <a:lumMod val="10000"/>
                </a:schemeClr>
              </a:solidFill>
            </a:rPr>
            <a:t>Food Surplus → NGOs</a:t>
          </a:r>
        </a:p>
      </dsp:txBody>
      <dsp:txXfrm>
        <a:off x="1566832" y="3842200"/>
        <a:ext cx="4183935" cy="788931"/>
      </dsp:txXfrm>
    </dsp:sp>
    <dsp:sp modelId="{9870C007-F7EA-40A9-88B4-4AB63A7408FD}">
      <dsp:nvSpPr>
        <dsp:cNvPr id="0" name=""/>
        <dsp:cNvSpPr/>
      </dsp:nvSpPr>
      <dsp:spPr>
        <a:xfrm>
          <a:off x="4618597" y="612221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4741158" y="612221"/>
        <a:ext cx="299592" cy="409897"/>
      </dsp:txXfrm>
    </dsp:sp>
    <dsp:sp modelId="{755AE31F-1767-488E-8C53-CAE034F3648A}">
      <dsp:nvSpPr>
        <dsp:cNvPr id="0" name=""/>
        <dsp:cNvSpPr/>
      </dsp:nvSpPr>
      <dsp:spPr>
        <a:xfrm>
          <a:off x="5004169" y="1566635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5126730" y="1566635"/>
        <a:ext cx="299592" cy="409897"/>
      </dsp:txXfrm>
    </dsp:sp>
    <dsp:sp modelId="{4E25448A-C672-4AA6-9187-FD4E57B1C6DF}">
      <dsp:nvSpPr>
        <dsp:cNvPr id="0" name=""/>
        <dsp:cNvSpPr/>
      </dsp:nvSpPr>
      <dsp:spPr>
        <a:xfrm>
          <a:off x="5389741" y="2507082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5512302" y="2507082"/>
        <a:ext cx="299592" cy="409897"/>
      </dsp:txXfrm>
    </dsp:sp>
    <dsp:sp modelId="{2388DC24-8D1D-408C-9A7F-466A9550D2A8}">
      <dsp:nvSpPr>
        <dsp:cNvPr id="0" name=""/>
        <dsp:cNvSpPr/>
      </dsp:nvSpPr>
      <dsp:spPr>
        <a:xfrm>
          <a:off x="5775313" y="3470807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5897874" y="3470807"/>
        <a:ext cx="299592" cy="4098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31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546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53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110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88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92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94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819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272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538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2597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504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1620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7015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11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795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984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6D0B9F-8D6A-9E0E-AFDA-D47805200255}"/>
              </a:ext>
            </a:extLst>
          </p:cNvPr>
          <p:cNvSpPr txBox="1"/>
          <p:nvPr/>
        </p:nvSpPr>
        <p:spPr>
          <a:xfrm>
            <a:off x="3750449" y="3494872"/>
            <a:ext cx="16431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/>
              <a:t>Presented By: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3AB60D-6E1D-28A0-44D9-484B07CD2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350397"/>
              </p:ext>
            </p:extLst>
          </p:nvPr>
        </p:nvGraphicFramePr>
        <p:xfrm>
          <a:off x="1516904" y="4218899"/>
          <a:ext cx="6096000" cy="148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76252083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5745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rgbClr val="C00000"/>
                          </a:solidFill>
                        </a:rPr>
                        <a:t>Aditya S Honnakasturi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rgbClr val="C00000"/>
                          </a:solidFill>
                        </a:rPr>
                        <a:t>2SD23IS006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651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Pratham Hegde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2SD23IS034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096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Kiran </a:t>
                      </a:r>
                      <a:r>
                        <a:rPr lang="en-IN" dirty="0" err="1">
                          <a:solidFill>
                            <a:srgbClr val="C00000"/>
                          </a:solidFill>
                        </a:rPr>
                        <a:t>Jantgal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2SD24IS402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9935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Pradyumna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2SD23IS032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031224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46202199-9318-350A-1BEB-79292B8352D0}"/>
              </a:ext>
            </a:extLst>
          </p:cNvPr>
          <p:cNvSpPr txBox="1">
            <a:spLocks/>
          </p:cNvSpPr>
          <p:nvPr/>
        </p:nvSpPr>
        <p:spPr>
          <a:xfrm>
            <a:off x="3309112" y="2577486"/>
            <a:ext cx="5525729" cy="1231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endParaRPr lang="en-IN" sz="2800" dirty="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8A84AF-042E-BBEA-1A19-5CAECB61A453}"/>
              </a:ext>
            </a:extLst>
          </p:cNvPr>
          <p:cNvSpPr/>
          <p:nvPr/>
        </p:nvSpPr>
        <p:spPr>
          <a:xfrm>
            <a:off x="294968" y="276670"/>
            <a:ext cx="8539873" cy="12798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			</a:t>
            </a:r>
            <a:r>
              <a:rPr lang="en-IN" sz="2000" dirty="0">
                <a:solidFill>
                  <a:schemeClr val="bg1"/>
                </a:solidFill>
              </a:rPr>
              <a:t>SDM COLLEGE OF ENGINEERING AND TECH DHARWAD</a:t>
            </a:r>
          </a:p>
          <a:p>
            <a:pPr algn="ctr"/>
            <a:endParaRPr lang="en-IN" sz="2000" dirty="0">
              <a:solidFill>
                <a:schemeClr val="bg1"/>
              </a:solidFill>
            </a:endParaRPr>
          </a:p>
          <a:p>
            <a:pPr algn="ctr"/>
            <a:r>
              <a:rPr lang="en-IN" sz="2000" dirty="0">
                <a:solidFill>
                  <a:srgbClr val="002060"/>
                </a:solidFill>
              </a:rPr>
              <a:t>                 Dept of Information Science And Engineering</a:t>
            </a:r>
            <a:endParaRPr lang="en-IN" sz="2000" dirty="0">
              <a:solidFill>
                <a:schemeClr val="bg1"/>
              </a:solidFill>
            </a:endParaRPr>
          </a:p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82E5CB-2BAF-6C41-7C1B-6B84C23E2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87" y="317107"/>
            <a:ext cx="1202723" cy="121697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EB30635-9E4E-88F4-C273-FBE54FD50D7F}"/>
              </a:ext>
            </a:extLst>
          </p:cNvPr>
          <p:cNvSpPr txBox="1">
            <a:spLocks/>
          </p:cNvSpPr>
          <p:nvPr/>
        </p:nvSpPr>
        <p:spPr>
          <a:xfrm>
            <a:off x="1579981" y="1957420"/>
            <a:ext cx="5984035" cy="10968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2800" dirty="0">
                <a:solidFill>
                  <a:srgbClr val="002060"/>
                </a:solidFill>
              </a:rPr>
              <a:t>“Smart Hostel Management And Food Surplus Distribution Platform”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46DF381-D935-221E-B0A1-852C33812385}"/>
              </a:ext>
            </a:extLst>
          </p:cNvPr>
          <p:cNvSpPr txBox="1">
            <a:spLocks/>
          </p:cNvSpPr>
          <p:nvPr/>
        </p:nvSpPr>
        <p:spPr>
          <a:xfrm>
            <a:off x="1369580" y="1939797"/>
            <a:ext cx="5984035" cy="5585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sz="20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B77B9E8-609F-2AA0-A4EF-A27CB844287B}"/>
              </a:ext>
            </a:extLst>
          </p:cNvPr>
          <p:cNvSpPr txBox="1">
            <a:spLocks/>
          </p:cNvSpPr>
          <p:nvPr/>
        </p:nvSpPr>
        <p:spPr>
          <a:xfrm>
            <a:off x="1369580" y="1907745"/>
            <a:ext cx="5984035" cy="5585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endParaRPr lang="en-IN" sz="18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chemeClr val="accent2">
                    <a:lumMod val="75000"/>
                  </a:schemeClr>
                </a:solidFill>
              </a:rPr>
              <a:t>Problem Definition</a:t>
            </a:r>
            <a:br>
              <a:rPr lang="en-IN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772" y="1354345"/>
            <a:ext cx="6843253" cy="4628584"/>
          </a:xfrm>
        </p:spPr>
        <p:txBody>
          <a:bodyPr>
            <a:normAutofit/>
          </a:bodyPr>
          <a:lstStyle/>
          <a:p>
            <a:endParaRPr lang="en-IN" dirty="0"/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Manual hostel management processes 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Delay in complaint resolution 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No real-time room tracking 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Lack of parent transparency 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Food wastage in hostel mess </a:t>
            </a:r>
            <a:endParaRPr lang="en-IN" sz="2800" dirty="0">
              <a:solidFill>
                <a:schemeClr val="bg2">
                  <a:lumMod val="10000"/>
                </a:schemeClr>
              </a:solidFill>
            </a:endParaRP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0B516-F611-C7E3-B047-2BD3B7897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9DCE39-E6F1-FA1A-FAF9-D76BAA51B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chemeClr val="accent2">
                    <a:lumMod val="75000"/>
                  </a:schemeClr>
                </a:solidFill>
              </a:rPr>
              <a:t>Objectives</a:t>
            </a:r>
            <a:br>
              <a:rPr lang="en-IN" dirty="0"/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84DA83-B7BD-5ED8-9EB1-B05769A1C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767301"/>
            <a:ext cx="6347714" cy="3886248"/>
          </a:xfrm>
        </p:spPr>
        <p:txBody>
          <a:bodyPr>
            <a:normAutofit fontScale="92500"/>
          </a:bodyPr>
          <a:lstStyle/>
          <a:p>
            <a:pPr>
              <a:lnSpc>
                <a:spcPct val="170000"/>
              </a:lnSpc>
            </a:pPr>
            <a:r>
              <a:rPr lang="en-US" sz="2800" dirty="0"/>
              <a:t>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Digitize hostel operations  </a:t>
            </a:r>
          </a:p>
          <a:p>
            <a:pPr>
              <a:lnSpc>
                <a:spcPct val="17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Role-based access control  </a:t>
            </a:r>
          </a:p>
          <a:p>
            <a:pPr>
              <a:lnSpc>
                <a:spcPct val="17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Faster complaint handling  </a:t>
            </a:r>
          </a:p>
          <a:p>
            <a:pPr>
              <a:lnSpc>
                <a:spcPct val="17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Improve transparency  </a:t>
            </a:r>
          </a:p>
          <a:p>
            <a:pPr>
              <a:lnSpc>
                <a:spcPct val="17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Reduce food wastage </a:t>
            </a:r>
            <a:endParaRPr lang="en-IN" sz="28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994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CBEB37-EE79-F16D-3716-8101263D4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5D949F-EF49-DD70-0778-6A8747C55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76" y="275304"/>
            <a:ext cx="6347713" cy="943896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Existing System</a:t>
            </a:r>
            <a:br>
              <a:rPr lang="en-IN" sz="44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dirty="0"/>
            </a:br>
            <a:endParaRPr lang="en-IN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CB49F7F1-7739-C2F0-BDC0-7E980C8537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5304991"/>
              </p:ext>
            </p:extLst>
          </p:nvPr>
        </p:nvGraphicFramePr>
        <p:xfrm>
          <a:off x="609600" y="1386348"/>
          <a:ext cx="6705600" cy="46556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4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E24D800-CADE-4FD5-8561-52762D6DDC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870C007-F7EA-40A9-88B4-4AB63A7408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06035C3-78FA-486F-9492-7ED659B9FC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55AE31F-1767-488E-8C53-CAE034F364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919D05D-24A9-4A08-8299-21F504B74A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E25448A-C672-4AA6-9187-FD4E57B1C6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372896F-58CF-4CF6-81A2-9FCE5B76AB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388DC24-8D1D-408C-9A7F-466A9550D2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311232B-E927-41F7-A904-9A43A54E94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Graphic spid="2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071623-1CB6-6111-442F-9696CF650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990DBD-D883-D571-5460-EF0A20327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76" y="275304"/>
            <a:ext cx="6347713" cy="943896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Proposed System</a:t>
            </a:r>
            <a:br>
              <a:rPr lang="en-IN" sz="49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sz="44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dirty="0"/>
            </a:br>
            <a:endParaRPr lang="en-IN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0A1087DD-A664-F3C3-8904-2D556F5A97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6592621"/>
              </p:ext>
            </p:extLst>
          </p:nvPr>
        </p:nvGraphicFramePr>
        <p:xfrm>
          <a:off x="609600" y="1386348"/>
          <a:ext cx="6705600" cy="46556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4474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E24D800-CADE-4FD5-8561-52762D6DDC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870C007-F7EA-40A9-88B4-4AB63A7408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06035C3-78FA-486F-9492-7ED659B9FC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55AE31F-1767-488E-8C53-CAE034F364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919D05D-24A9-4A08-8299-21F504B74A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E25448A-C672-4AA6-9187-FD4E57B1C6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372896F-58CF-4CF6-81A2-9FCE5B76AB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388DC24-8D1D-408C-9A7F-466A9550D2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311232B-E927-41F7-A904-9A43A54E94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Graphic spid="2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82E2F7-F038-831F-09E8-CE994E2D6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83B84C-DEE1-9FA1-402F-4A8080C2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012723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Technology Used</a:t>
            </a:r>
            <a:br>
              <a:rPr lang="en-IN" sz="44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dirty="0"/>
            </a:b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A25D132-95B1-13FB-F9C3-A5DF9B037AA2}"/>
              </a:ext>
            </a:extLst>
          </p:cNvPr>
          <p:cNvSpPr/>
          <p:nvPr/>
        </p:nvSpPr>
        <p:spPr>
          <a:xfrm>
            <a:off x="698090" y="1946787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bg1">
                    <a:lumMod val="95000"/>
                  </a:schemeClr>
                </a:solidFill>
              </a:rPr>
              <a:t>React</a:t>
            </a:r>
          </a:p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Frontend Development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094CFC7-29D6-3DB3-4702-4743ADBCF796}"/>
              </a:ext>
            </a:extLst>
          </p:cNvPr>
          <p:cNvSpPr/>
          <p:nvPr/>
        </p:nvSpPr>
        <p:spPr>
          <a:xfrm>
            <a:off x="4167903" y="1946786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Node </a:t>
            </a:r>
            <a:r>
              <a:rPr lang="en-IN" sz="2400" dirty="0" err="1"/>
              <a:t>js</a:t>
            </a:r>
            <a:r>
              <a:rPr lang="en-IN" sz="2400" dirty="0"/>
              <a:t>/Express </a:t>
            </a:r>
            <a:r>
              <a:rPr lang="en-IN" sz="2400" dirty="0" err="1"/>
              <a:t>js</a:t>
            </a:r>
            <a:endParaRPr lang="en-IN" sz="2400" dirty="0"/>
          </a:p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Backend Development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5D21C6-0A73-E3CF-8095-51FFDDA4E19D}"/>
              </a:ext>
            </a:extLst>
          </p:cNvPr>
          <p:cNvSpPr/>
          <p:nvPr/>
        </p:nvSpPr>
        <p:spPr>
          <a:xfrm>
            <a:off x="4167903" y="3991895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Node Cron Job</a:t>
            </a:r>
          </a:p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Scheduled Tasks Automation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52FCDA-D1DD-125F-2BF1-96AC6B264464}"/>
              </a:ext>
            </a:extLst>
          </p:cNvPr>
          <p:cNvSpPr/>
          <p:nvPr/>
        </p:nvSpPr>
        <p:spPr>
          <a:xfrm>
            <a:off x="698090" y="3991894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Tailwind CSS</a:t>
            </a:r>
          </a:p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UI Styling</a:t>
            </a:r>
          </a:p>
        </p:txBody>
      </p:sp>
    </p:spTree>
    <p:extLst>
      <p:ext uri="{BB962C8B-B14F-4D97-AF65-F5344CB8AC3E}">
        <p14:creationId xmlns:p14="http://schemas.microsoft.com/office/powerpoint/2010/main" val="2050975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3" grpId="0" animBg="1"/>
      <p:bldP spid="4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EEF47-3309-1F96-F2C1-18D0D3E93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2CCC43-084A-BAFD-BC70-76D51B182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157701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Results</a:t>
            </a:r>
            <a:br>
              <a:rPr lang="en-IN" dirty="0"/>
            </a:b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9E4FF0-A82D-9175-FB0C-6D7A47F5D36A}"/>
              </a:ext>
            </a:extLst>
          </p:cNvPr>
          <p:cNvSpPr/>
          <p:nvPr/>
        </p:nvSpPr>
        <p:spPr>
          <a:xfrm>
            <a:off x="707923" y="1838632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✔ Faster hostel operations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45EC248-5E8D-0F60-E703-75CAB12B80C6}"/>
              </a:ext>
            </a:extLst>
          </p:cNvPr>
          <p:cNvSpPr/>
          <p:nvPr/>
        </p:nvSpPr>
        <p:spPr>
          <a:xfrm>
            <a:off x="707923" y="2871019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✔ Transparent complaint tracking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ACCF36-ACAF-A2E1-9106-65B57EA004E8}"/>
              </a:ext>
            </a:extLst>
          </p:cNvPr>
          <p:cNvSpPr/>
          <p:nvPr/>
        </p:nvSpPr>
        <p:spPr>
          <a:xfrm>
            <a:off x="707923" y="3903406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✔ Reduced food wastage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417BDD-8B7F-F0D0-8310-1E0567494F18}"/>
              </a:ext>
            </a:extLst>
          </p:cNvPr>
          <p:cNvSpPr/>
          <p:nvPr/>
        </p:nvSpPr>
        <p:spPr>
          <a:xfrm>
            <a:off x="707923" y="4935793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✔ Improved parent monitoring</a:t>
            </a:r>
          </a:p>
        </p:txBody>
      </p:sp>
    </p:spTree>
    <p:extLst>
      <p:ext uri="{BB962C8B-B14F-4D97-AF65-F5344CB8AC3E}">
        <p14:creationId xmlns:p14="http://schemas.microsoft.com/office/powerpoint/2010/main" val="288229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3" grpId="0" animBg="1"/>
      <p:bldP spid="4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D7A1D3-5551-1377-F05B-CF4ABDA66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9359977-0B47-57C3-7DC4-4739E3D11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chemeClr val="accent2">
                    <a:lumMod val="75000"/>
                  </a:schemeClr>
                </a:solidFill>
              </a:rPr>
              <a:t>Conclusion</a:t>
            </a:r>
            <a:br>
              <a:rPr lang="en-IN" dirty="0"/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805EE2-45B9-F73E-6DB9-5083A3992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767301"/>
            <a:ext cx="7698660" cy="4014067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70000"/>
              </a:lnSpc>
            </a:pPr>
            <a:r>
              <a:rPr lang="en-US" sz="2800" dirty="0"/>
              <a:t>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Digitized and efficient hostel management system  </a:t>
            </a:r>
          </a:p>
          <a:p>
            <a:pPr>
              <a:lnSpc>
                <a:spcPct val="17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Faster and transparent complaint resolution  </a:t>
            </a:r>
          </a:p>
          <a:p>
            <a:pPr>
              <a:lnSpc>
                <a:spcPct val="17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Structured food surplus redistribution to NGOs  </a:t>
            </a:r>
          </a:p>
          <a:p>
            <a:pPr>
              <a:lnSpc>
                <a:spcPct val="17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Secure role-based access for all users  </a:t>
            </a:r>
          </a:p>
          <a:p>
            <a:pPr>
              <a:lnSpc>
                <a:spcPct val="17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Scalable solution for educational institutions </a:t>
            </a:r>
            <a:endParaRPr lang="en-IN" sz="28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459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3B7FB-FBD5-5E8C-3E73-A8B4BB2D0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010CE9-87A8-BCA5-9AC2-A571F32F7750}"/>
              </a:ext>
            </a:extLst>
          </p:cNvPr>
          <p:cNvSpPr txBox="1"/>
          <p:nvPr/>
        </p:nvSpPr>
        <p:spPr>
          <a:xfrm>
            <a:off x="1317523" y="2546555"/>
            <a:ext cx="5299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dirty="0">
                <a:solidFill>
                  <a:schemeClr val="bg2">
                    <a:lumMod val="1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7733372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218</TotalTime>
  <Words>217</Words>
  <Application>Microsoft Office PowerPoint</Application>
  <PresentationFormat>On-screen Show (4:3)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PowerPoint Presentation</vt:lpstr>
      <vt:lpstr>Problem Definition </vt:lpstr>
      <vt:lpstr>Objectives </vt:lpstr>
      <vt:lpstr>Existing System  </vt:lpstr>
      <vt:lpstr>Proposed System   </vt:lpstr>
      <vt:lpstr>Technology Used  </vt:lpstr>
      <vt:lpstr>Results </vt:lpstr>
      <vt:lpstr>Conclusion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Pratham Hegde</cp:lastModifiedBy>
  <cp:revision>8</cp:revision>
  <dcterms:created xsi:type="dcterms:W3CDTF">2013-01-27T09:14:16Z</dcterms:created>
  <dcterms:modified xsi:type="dcterms:W3CDTF">2025-12-16T18:48:55Z</dcterms:modified>
  <cp:category/>
</cp:coreProperties>
</file>