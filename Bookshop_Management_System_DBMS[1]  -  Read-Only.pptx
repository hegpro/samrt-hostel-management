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572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32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869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204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077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052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407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26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551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78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128420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5131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29956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3911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6638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763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419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2657" y="3500450"/>
            <a:ext cx="5826719" cy="923976"/>
          </a:xfrm>
        </p:spPr>
        <p:txBody>
          <a:bodyPr/>
          <a:lstStyle/>
          <a:p>
            <a:pPr algn="ctr"/>
            <a:r>
              <a:rPr lang="en-IN" sz="2000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Under The </a:t>
            </a:r>
            <a:r>
              <a:rPr lang="en-IN" sz="2000" u="sng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Guidence</a:t>
            </a:r>
            <a:r>
              <a:rPr lang="en-IN" sz="2000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 Of</a:t>
            </a:r>
            <a:br>
              <a:rPr lang="en-IN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IN"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Dr.Anita</a:t>
            </a:r>
            <a:r>
              <a:rPr lang="en-IN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Dixit</a:t>
            </a:r>
            <a:br>
              <a:rPr lang="en-IN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IN"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Dr.Rajashekarappa</a:t>
            </a:r>
            <a:endParaRPr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  <a:p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6D0B9F-8D6A-9E0E-AFDA-D47805200255}"/>
              </a:ext>
            </a:extLst>
          </p:cNvPr>
          <p:cNvSpPr txBox="1"/>
          <p:nvPr/>
        </p:nvSpPr>
        <p:spPr>
          <a:xfrm>
            <a:off x="3750449" y="4798017"/>
            <a:ext cx="16431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u="sng" dirty="0"/>
              <a:t>Presented By:</a:t>
            </a:r>
          </a:p>
          <a:p>
            <a:endParaRPr lang="en-IN" dirty="0"/>
          </a:p>
          <a:p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33AB60D-6E1D-28A0-44D9-484B07CD22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5682957"/>
              </p:ext>
            </p:extLst>
          </p:nvPr>
        </p:nvGraphicFramePr>
        <p:xfrm>
          <a:off x="1524000" y="5258914"/>
          <a:ext cx="6096000" cy="14833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76252083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57450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Aditya S Honnakasturi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2SD23IS006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6513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Pratham Hegde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2SD23IS034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80961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Kiran </a:t>
                      </a:r>
                      <a:r>
                        <a:rPr lang="en-IN" dirty="0" err="1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Jantgal</a:t>
                      </a:r>
                      <a:endParaRPr lang="en-IN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2SD24IS402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99358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Pradyumna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2SD23IS032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5031224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46202199-9318-350A-1BEB-79292B8352D0}"/>
              </a:ext>
            </a:extLst>
          </p:cNvPr>
          <p:cNvSpPr txBox="1">
            <a:spLocks/>
          </p:cNvSpPr>
          <p:nvPr/>
        </p:nvSpPr>
        <p:spPr>
          <a:xfrm>
            <a:off x="3309112" y="2577486"/>
            <a:ext cx="5525729" cy="12312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endParaRPr lang="en-IN" sz="2800" dirty="0">
              <a:solidFill>
                <a:schemeClr val="tx2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8A84AF-042E-BBEA-1A19-5CAECB61A453}"/>
              </a:ext>
            </a:extLst>
          </p:cNvPr>
          <p:cNvSpPr/>
          <p:nvPr/>
        </p:nvSpPr>
        <p:spPr>
          <a:xfrm>
            <a:off x="294968" y="276670"/>
            <a:ext cx="8539873" cy="127989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			</a:t>
            </a:r>
            <a:r>
              <a:rPr lang="en-IN" sz="2000" dirty="0">
                <a:solidFill>
                  <a:schemeClr val="bg1"/>
                </a:solidFill>
              </a:rPr>
              <a:t>SDM COLLEGE OF ENGINEERING AND TECH DHARWAD</a:t>
            </a:r>
          </a:p>
          <a:p>
            <a:pPr algn="ctr"/>
            <a:r>
              <a:rPr lang="en-IN" sz="2000" dirty="0">
                <a:solidFill>
                  <a:srgbClr val="002060"/>
                </a:solidFill>
              </a:rPr>
              <a:t>                 Dept of Information Science And Engineering</a:t>
            </a:r>
            <a:endParaRPr lang="en-IN" sz="2000" dirty="0">
              <a:solidFill>
                <a:schemeClr val="bg1"/>
              </a:solidFill>
            </a:endParaRPr>
          </a:p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C82E5CB-2BAF-6C41-7C1B-6B84C23E2F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787" y="317107"/>
            <a:ext cx="1202723" cy="1216974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9EB30635-9E4E-88F4-C273-FBE54FD50D7F}"/>
              </a:ext>
            </a:extLst>
          </p:cNvPr>
          <p:cNvSpPr txBox="1">
            <a:spLocks/>
          </p:cNvSpPr>
          <p:nvPr/>
        </p:nvSpPr>
        <p:spPr>
          <a:xfrm>
            <a:off x="1524000" y="2634572"/>
            <a:ext cx="5984035" cy="55856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2800" dirty="0">
                <a:solidFill>
                  <a:srgbClr val="002060"/>
                </a:solidFill>
              </a:rPr>
              <a:t>“BOOKSHOP MANAGEMENT SYSTEM”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46DF381-D935-221E-B0A1-852C33812385}"/>
              </a:ext>
            </a:extLst>
          </p:cNvPr>
          <p:cNvSpPr txBox="1">
            <a:spLocks/>
          </p:cNvSpPr>
          <p:nvPr/>
        </p:nvSpPr>
        <p:spPr>
          <a:xfrm>
            <a:off x="1369580" y="1939797"/>
            <a:ext cx="5984035" cy="55856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IN" sz="2000" dirty="0">
              <a:solidFill>
                <a:srgbClr val="002060"/>
              </a:solidFill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3B77B9E8-609F-2AA0-A4EF-A27CB844287B}"/>
              </a:ext>
            </a:extLst>
          </p:cNvPr>
          <p:cNvSpPr txBox="1">
            <a:spLocks/>
          </p:cNvSpPr>
          <p:nvPr/>
        </p:nvSpPr>
        <p:spPr>
          <a:xfrm>
            <a:off x="1369580" y="1907745"/>
            <a:ext cx="5984035" cy="55856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IN" sz="1800" dirty="0">
                <a:solidFill>
                  <a:srgbClr val="002060"/>
                </a:solidFill>
              </a:rPr>
              <a:t>DBMS Project 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Brief Introduction</a:t>
            </a:r>
            <a:r>
              <a:rPr lang="en-IN" dirty="0"/>
              <a:t>: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Bookshop Management System automates day-to-day bookshop operations.</a:t>
            </a:r>
          </a:p>
          <a:p>
            <a:pPr lvl="1"/>
            <a:r>
              <a:rPr lang="en-GB" dirty="0"/>
              <a:t>It helps in organizing and maintaining information related to </a:t>
            </a:r>
            <a:r>
              <a:rPr lang="en-GB" b="1" dirty="0"/>
              <a:t>books, customers, employees, orders, authors, and billing</a:t>
            </a:r>
            <a:r>
              <a:rPr lang="en-GB" dirty="0"/>
              <a:t>.</a:t>
            </a:r>
            <a:r>
              <a:rPr dirty="0"/>
              <a:t>Reduces manual effort and improves data accuracy.</a:t>
            </a:r>
          </a:p>
          <a:p>
            <a:pPr lvl="1"/>
            <a:r>
              <a:rPr lang="en-GB" dirty="0"/>
              <a:t>It allows users to </a:t>
            </a:r>
            <a:r>
              <a:rPr lang="en-GB" b="1" dirty="0"/>
              <a:t>search books, place orders, generate bills, and track stock quantity</a:t>
            </a:r>
            <a:r>
              <a:rPr lang="en-GB" dirty="0"/>
              <a:t> easily,</a:t>
            </a:r>
            <a:r>
              <a:rPr dirty="0"/>
              <a:t>Implements core database concepts.</a:t>
            </a:r>
            <a:endParaRPr lang="en-IN" dirty="0"/>
          </a:p>
          <a:p>
            <a:pPr lvl="1"/>
            <a:r>
              <a:rPr lang="en-GB" dirty="0"/>
              <a:t>The system replaces manual record-keeping with a </a:t>
            </a:r>
            <a:r>
              <a:rPr lang="en-GB" b="1" dirty="0"/>
              <a:t>centralized database</a:t>
            </a:r>
            <a:r>
              <a:rPr lang="en-GB" dirty="0"/>
              <a:t>, reducing errors and redundancy.</a:t>
            </a:r>
          </a:p>
          <a:p>
            <a:pPr lvl="1"/>
            <a:r>
              <a:rPr lang="en-GB" dirty="0"/>
              <a:t>The database is designed using </a:t>
            </a:r>
            <a:r>
              <a:rPr lang="en-GB" b="1" dirty="0"/>
              <a:t>primary keys and foreign keys</a:t>
            </a:r>
            <a:r>
              <a:rPr lang="en-GB" dirty="0"/>
              <a:t> to maintain proper relationships.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Schema Diagram</a:t>
            </a:r>
            <a:r>
              <a:rPr lang="en-IN" dirty="0"/>
              <a:t>: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AED649-4148-E0E0-270A-48FE8328B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4" y="1354112"/>
            <a:ext cx="9168524" cy="50561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545" y="147686"/>
            <a:ext cx="6347713" cy="1320800"/>
          </a:xfrm>
        </p:spPr>
        <p:txBody>
          <a:bodyPr/>
          <a:lstStyle/>
          <a:p>
            <a:r>
              <a:rPr dirty="0"/>
              <a:t>ER Diagram</a:t>
            </a:r>
            <a:r>
              <a:rPr lang="en-IN" dirty="0"/>
              <a:t>: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FE38A9-95B6-E05D-8A09-04F6CBDFA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45" y="920336"/>
            <a:ext cx="8897532" cy="56391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6087"/>
            <a:ext cx="6347713" cy="1631884"/>
          </a:xfrm>
        </p:spPr>
        <p:txBody>
          <a:bodyPr>
            <a:normAutofit fontScale="90000"/>
          </a:bodyPr>
          <a:lstStyle/>
          <a:p>
            <a:r>
              <a:rPr dirty="0"/>
              <a:t>Functional Dependency</a:t>
            </a:r>
            <a:r>
              <a:rPr lang="en-IN" dirty="0"/>
              <a:t>:</a:t>
            </a:r>
            <a:br>
              <a:rPr lang="en-IN" dirty="0"/>
            </a:br>
            <a:r>
              <a:rPr lang="en-IN" dirty="0"/>
              <a:t>-&gt; </a:t>
            </a:r>
            <a:r>
              <a:rPr lang="en-GB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Functional dependency is a relationship where one attribute uniquely determines another attribute in a relation.</a:t>
            </a:r>
            <a:br>
              <a:rPr lang="en-IN" dirty="0"/>
            </a:b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641029-477A-BEFD-AEF6-A392E6A6DC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5018" y="1451727"/>
            <a:ext cx="3611636" cy="4705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02BE350-1A30-06A0-2350-1419612E92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609" y="0"/>
            <a:ext cx="866878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284C9-D154-33E8-F307-A11A6B206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Implementation: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FDBA3494-6B17-FFEA-3043-71F7FC93D9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047" y="1768770"/>
            <a:ext cx="9747316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Implemented using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MySQL + PHP (XAMPP)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CRUD operations for: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-&gt;Books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-&gt;Customers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-&gt;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-&gt;Billing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 connected with frontend forms.</a:t>
            </a:r>
          </a:p>
        </p:txBody>
      </p:sp>
    </p:spTree>
    <p:extLst>
      <p:ext uri="{BB962C8B-B14F-4D97-AF65-F5344CB8AC3E}">
        <p14:creationId xmlns:p14="http://schemas.microsoft.com/office/powerpoint/2010/main" val="23892888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44531-24FE-6DB3-B5C4-18C1A2E6E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5789" y="2768600"/>
            <a:ext cx="6347714" cy="1320800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05265104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63</TotalTime>
  <Words>211</Words>
  <Application>Microsoft Office PowerPoint</Application>
  <PresentationFormat>On-screen Show (4:3)</PresentationFormat>
  <Paragraphs>32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Times New Roman</vt:lpstr>
      <vt:lpstr>Trebuchet MS</vt:lpstr>
      <vt:lpstr>Wingdings 3</vt:lpstr>
      <vt:lpstr>Facet</vt:lpstr>
      <vt:lpstr>Under The Guidence Of Dr.Anita Dixit Dr.Rajashekarappa</vt:lpstr>
      <vt:lpstr>Brief Introduction:</vt:lpstr>
      <vt:lpstr>Schema Diagram:</vt:lpstr>
      <vt:lpstr>ER Diagram:</vt:lpstr>
      <vt:lpstr>Functional Dependency: -&gt; Functional dependency is a relationship where one attribute uniquely determines another attribute in a relation. </vt:lpstr>
      <vt:lpstr>PowerPoint Presentation</vt:lpstr>
      <vt:lpstr>Project Implementation: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Pratham Hegde</cp:lastModifiedBy>
  <cp:revision>5</cp:revision>
  <dcterms:created xsi:type="dcterms:W3CDTF">2013-01-27T09:14:16Z</dcterms:created>
  <dcterms:modified xsi:type="dcterms:W3CDTF">2025-12-15T18:44:03Z</dcterms:modified>
  <cp:category/>
</cp:coreProperties>
</file>